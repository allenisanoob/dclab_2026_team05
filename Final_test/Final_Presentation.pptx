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714E-E348-B41D-C17E-F28AA1929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157C6-14BD-8F55-F04D-0D52E8871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525A4-C707-EAC4-4719-71D7F354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E2726-A1CC-A1C2-464E-8195AD95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BDCE8-C14E-E4F7-1317-97A6CA6D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75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D8B7-BB0E-8FB3-272F-25D606D9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F7124-BB0E-8DB9-50E1-19F46CE18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6555E-8B31-ADF7-4952-992C56E1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132A0-E435-8C5A-8531-D6690703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92980-78EF-7FE5-5B4E-6C00D29B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5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8D94-EF7E-0AB2-2BA3-8D4950D5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2E3E7-AA0C-A4AF-F106-390A4BE74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70F53-A2F1-FE37-10A4-A5CE32CF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EEEF3-2355-1590-F3BF-BD375107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19782-B9B6-9214-2596-F7AD0002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14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43D4-CC22-5FC8-F1CE-43971BCC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6624E-8907-49C1-D0C2-947A99E2E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F3ED5-697D-9575-BF5F-8E35A356B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BFF9E-F381-0BEA-BDD6-42612B3A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0E600-AFC6-C5D8-E441-E626C4BD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822B8-520F-ADB6-B839-11891297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6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F60-294F-8B27-107B-361C32F0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3AFBA-58B5-D953-8B42-453847653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59E9B-C5ED-C117-B24D-22DCAA8F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7C932-D810-2690-5651-FA3D05CBB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1CB7C-0FC7-3356-9779-6CA1AE37E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5F7E61-481F-2E9B-C0B7-F0AC4DCA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4BE97-1171-C2C0-DFA5-4F3187FC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2D28-C159-71C7-2615-8C2C4848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0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6792-4830-A7FE-6691-9E176715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778D6-1754-7606-F89B-54F26134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39C59-F9F5-C098-911A-B497CD458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B4B75-F91C-49B1-6087-DAA7EE87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0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19023-3227-7B6E-6BB3-49A39400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EA6DF-337E-E46E-22B8-6EB51306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F8F32-BCD4-4B5E-711B-B3E663CC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1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580B-AFE3-B152-5D21-944EE18E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5B84A-97F0-12E6-C913-D9827CBAC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D26E3-CCE8-A25C-6CE3-0D21FD21B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AA6F0-171B-8F3B-4E68-23D27C24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5A09D-82F8-0CB3-2E4C-086F07CA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C9480-1DC1-42F4-214D-F78D7913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0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B58D-EF74-8C56-B8FA-AD61EBF7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918EC-2925-A1CB-09F1-9C350B1D9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552A6-1DB0-C7BD-B234-AF663A05E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ACBB9-4DF2-7ACE-AC2B-87BDE31CA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58845-ADFE-91FC-93E8-CC6E694B6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57443-832F-3D8E-6D67-B5993C6A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0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E0F1-7075-F7AF-796D-0CA453D0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08A3F-92A7-0E5B-B7F1-5676C86AA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77D53-C711-799D-C43F-07A45623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979FE-941C-AE17-A419-6AD0D190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15767-BC9C-0888-311B-081E26F0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5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219FD-66D1-3B4A-4D5E-9C6BE168F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FEA14-2764-F19D-8E71-134F27A68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0A58D-A77D-BA45-AD2F-9F52BF9F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0690C-B1BB-C7A2-6554-7809D98F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49965-DDD8-8004-7079-3A555782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49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150FC-6A50-F418-31CD-7244256A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6C8B5-0A5B-A59C-9ACB-4C6D23016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3F4D-CA6B-EE5D-BD38-BC7BD4C96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B753B-1685-F94B-B85E-8EDCE73B1305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5350-71F4-94FC-A364-BE448E719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E44CA-C1BB-3337-45EB-D81315097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1EAB3-BF6F-9142-94C4-B696922D4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9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DE02-D77E-4A06-C465-645C688D3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4150A-A771-E4B8-97FC-FA34D191E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05 </a:t>
            </a:r>
            <a:r>
              <a:rPr lang="en-US" dirty="0" err="1"/>
              <a:t>李書帆</a:t>
            </a:r>
            <a:r>
              <a:rPr lang="zh-TW" altLang="en-US" dirty="0"/>
              <a:t> </a:t>
            </a:r>
            <a:r>
              <a:rPr lang="en-US" altLang="zh-TW" dirty="0"/>
              <a:t>B12901</a:t>
            </a:r>
          </a:p>
          <a:p>
            <a:r>
              <a:rPr lang="en-US" dirty="0"/>
              <a:t>Team 05 </a:t>
            </a:r>
            <a:r>
              <a:rPr lang="en-US" dirty="0" err="1"/>
              <a:t>羅啟倫</a:t>
            </a:r>
            <a:r>
              <a:rPr lang="zh-TW" altLang="en-US" dirty="0"/>
              <a:t> </a:t>
            </a:r>
            <a:r>
              <a:rPr lang="en-US" altLang="zh-TW" dirty="0"/>
              <a:t>B12901</a:t>
            </a:r>
          </a:p>
          <a:p>
            <a:r>
              <a:rPr lang="en-US" dirty="0"/>
              <a:t>Team 05 </a:t>
            </a:r>
            <a:r>
              <a:rPr lang="en-US" dirty="0" err="1"/>
              <a:t>陳毅</a:t>
            </a:r>
            <a:r>
              <a:rPr lang="zh-TW" altLang="en-US" dirty="0"/>
              <a:t> </a:t>
            </a:r>
            <a:r>
              <a:rPr lang="en-US" altLang="zh-TW"/>
              <a:t>B13901</a:t>
            </a:r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3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CABE-C27D-4C1A-D733-89462336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5865-C8CC-DD23-F154-035AADDEF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54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Chen</dc:creator>
  <cp:lastModifiedBy>Yi Chen</cp:lastModifiedBy>
  <cp:revision>1</cp:revision>
  <dcterms:created xsi:type="dcterms:W3CDTF">2026-06-17T14:57:08Z</dcterms:created>
  <dcterms:modified xsi:type="dcterms:W3CDTF">2026-06-17T15:05:27Z</dcterms:modified>
</cp:coreProperties>
</file>